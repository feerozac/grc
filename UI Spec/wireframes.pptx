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Home Dashboard — Wireframe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1828800" cy="5760720"/>
          </a:xfrm>
          <a:prstGeom prst="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Nav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822960"/>
            <a:ext cx="969264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9601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Entity | Search | Alerts/User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554480"/>
            <a:ext cx="22860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22860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0" y="1554480"/>
            <a:ext cx="22860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0" y="1554480"/>
            <a:ext cx="228600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836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94560" y="2743200"/>
            <a:ext cx="640080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28346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Trends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78240" y="2743200"/>
            <a:ext cx="310896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2834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AI Highlights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Boardroom → Control Objectives — Wireframe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4688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Step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914400"/>
            <a:ext cx="24688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005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Step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914400"/>
            <a:ext cx="24688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005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Step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052560" y="914400"/>
            <a:ext cx="246888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89720" y="1005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Step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920240"/>
            <a:ext cx="56692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0116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Boardroom Inputs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920240"/>
            <a:ext cx="52120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Extracted Themes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6692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233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Governance Objectives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3931920"/>
            <a:ext cx="52120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023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Control Objectives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GRC Wireframes</dc:title>
  <dc:subject>PptxGenJS Presentation</dc:subject>
  <dc:creator>PptxGenJS</dc:creator>
  <cp:lastModifiedBy>PptxGenJS</cp:lastModifiedBy>
  <cp:revision>1</cp:revision>
  <dcterms:created xsi:type="dcterms:W3CDTF">2026-01-31T16:08:17Z</dcterms:created>
  <dcterms:modified xsi:type="dcterms:W3CDTF">2026-01-31T16:08:17Z</dcterms:modified>
</cp:coreProperties>
</file>