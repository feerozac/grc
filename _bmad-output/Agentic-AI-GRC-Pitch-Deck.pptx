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2E8F0"/>
                </a:solidFill>
              </a:rPr>
              <a:t>Agentic AI GRC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8BDF8"/>
                </a:solidFill>
              </a:rPr>
              <a:t>Governance that thinks. Compliance that acts.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The only agent-first GRC platform for continuous governance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5303520"/>
            <a:ext cx="2133295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0" cy="25603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7171"/>
                </a:solidFill>
              </a:rPr>
              <a:t>60%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of GRC team time spent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manual coordination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⏱  Audit prep takes weeks, not hours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📋  Evidence scattered across 12+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7171"/>
                </a:solidFill>
              </a:rPr>
              <a:t>🔄  Regulatory change outpaces response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703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7171"/>
                </a:solidFill>
              </a:rPr>
              <a:t>💰  Compliance teams cost $500K+/year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4480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7171"/>
                </a:solidFill>
              </a:rPr>
              <a:t>❓  Board asks: 'Are we compliant?' — no one knows instantly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</a:rPr>
              <a:t>Traditional GRC tools digitize the paperwork.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</a:rPr>
              <a:t>They don't do the work.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AI agents that operate governance — not just organize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7472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74720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1L Ops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Implements controls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Collects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Runs self-assessments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3474720" cy="1371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2L Risk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Monitors risk posture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Maps to frameworks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Challenges 1L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7472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28800"/>
            <a:ext cx="3474720" cy="137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3L Audit 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Independent 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Validates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Generates assurance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Human-in-the-loop checkpoints preserve accountability.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AI does the work. Humans own the decisions.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The 60-Second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Upload your annual report. Watch this.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Extracted strategic priorities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15s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71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971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Mapped governance objectives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30s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93192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977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3977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Suggested KCIs with confidence scores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45s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493776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983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86000" y="4983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Gap analysis against HKMA guidelines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4983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60s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IBM OpenPages can't do step 1.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3200400" cy="32004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$15.5B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303520" y="1645920"/>
            <a:ext cx="2286000" cy="2286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$4.2B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21040" y="1645920"/>
            <a:ext cx="1371600" cy="13716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</a:rPr>
              <a:t>SOM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$180M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Why Now?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GenAI crossed enterprise adoption threshold in 2025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APAC regulators (HKMA, MAS) mandating AI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Compliance costs rising 15% YoY — automation is no longer optional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70%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Platform SaaS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Per-user + per-agent pricing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28016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15%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Regulatory Feeds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HKMA/MAS/SEC real-time intel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28016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</a:rPr>
              <a:t>15%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Professional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Big 4 partner implementation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Unit Economics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ACV (Mid-market)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$85K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ACV (Enterprise)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$350K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Gross Margin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80%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3544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 CAC Payback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354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14 mo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Land with mid-market (3-6 mo cycles) → Expand to enterprise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Validation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Product brief &amp; PRD 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UI prototype built (Netlify demo)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Competitive analysis vs 6 incumbents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Explainability framework (NIST/ISO/EU AI Act aligned)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MAS/HKMA sandbox application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Big 4 partnership discussions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12-Month Roadmap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34747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Q1-Q2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MVP + 3 pilots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5212080"/>
            <a:ext cx="34747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5669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GA + first 10 customers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5212080"/>
            <a:ext cx="34747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Q4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5669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ISO 42001 cert + Series 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Competitive Landscape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0" cy="4114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429000"/>
            <a:ext cx="5486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Capability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109728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IBM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09728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109728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MetricStream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109728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Why We Win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 Agent-first architecture (not retrofitted)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423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 18-24 month technical moat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 APAC regulatory focus (underserved)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 First-class 3LOD (no competitor has this)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Incumbents face: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4480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2-3 year architecture rewrite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Data model lock-in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Cannibalization fear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18-24 Month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Why ServiceNow can't ship this in 6 months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Architecture Debt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2-3 years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Workflow engine → Agent engine is a rewrite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Data Model Lock-in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18+ months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Strategy-to-metrics breaks existing schemas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Talent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12-18 months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977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LLM engineers ≠ enterprise workflow devs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Cannibalization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Indefinite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5074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AI threatens their $1B+ services business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4D399"/>
                </a:solidFill>
              </a:rPr>
              <a:t>By the time they ship, we'll have regulator relationships + customer proof.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Go-to-Market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Land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Mid-market (500-2K employees)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3-6 month cycles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$85K ACV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347472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Prove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90-day pilots with ROI metrics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Case studies for social proof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Expand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Enterprise upsell ($350K+ ACV)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Big 4 channel partners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PLG Wedge: Free "Governance Health Check"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Upload annual report → Get gap analysis → Upsell full platform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Trust Builders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✓ Regulator sandbox (MAS/HKMA)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✓ Big 4 partnership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✓ ISO 42001 certification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✓ Cyber insurance backing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[ Team slide — add founder photos and bios 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Key hires needed: CTO (AI/ML), Head of Sales (Enterprise GRC), Head of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Financial Projections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Y1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Y2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Y3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ARR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$500K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$2.5M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$8M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Key Assumptions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Mid-market ACV: $85K | Enterprise ACV: $350K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Sales cycle: 3-6 mo (mid) | 9-12 mo (enterprise)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Gross margin: 80% | CAC payback: 14 months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Churn: &lt;10% annually (sticky compliance workflows)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The Ask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5790895" cy="201168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645920"/>
            <a:ext cx="5790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</a:rPr>
              <a:t>$3M Seed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0" y="2651760"/>
            <a:ext cx="5790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18 months runway to Series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Use of Funds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50%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Core platform + AI 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30%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Sales &amp; Marketing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First 10 customers + PLG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15%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Compliance &amp; Legal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ISO cert + regulator sandbox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354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Infrastructure + 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</a:rPr>
              <a:t>Why Now. Why Us.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Why Now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GenAI crossed enterprise threshold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APAC regulators mandating AI governance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GRC incumbents are 10-15 years old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Compliance costs rising 15% YoY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Why Us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Built agent-first from day 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Deep GRC + APAC regulatory expertise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Explainability by design (not retrofit)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 First-mover in 3LOD agent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69848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The Vision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Become the default GRC platform for AI-native enterprises.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Governance that thinks. Compliance that acts. Audit-ready by design.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2E8F0"/>
                </a:solidFill>
              </a:rPr>
              <a:t>Agentic AI GRC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8BDF8"/>
                </a:solidFill>
              </a:rPr>
              <a:t>Governance that thinks. Compliance that acts.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0" y="3657600"/>
            <a:ext cx="2133295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mark@example.com  |  demo: agentic-grc.netlify.app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Let's talk.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GRC — Investor Pitch</dc:title>
  <dc:subject>Seed/Series A Pitch Deck</dc:subject>
  <dc:creator>Mark</dc:creator>
  <cp:lastModifiedBy>Mark</cp:lastModifiedBy>
  <cp:revision>1</cp:revision>
  <dcterms:created xsi:type="dcterms:W3CDTF">2026-02-01T12:06:20Z</dcterms:created>
  <dcterms:modified xsi:type="dcterms:W3CDTF">2026-02-01T12:06:20Z</dcterms:modified>
</cp:coreProperties>
</file>