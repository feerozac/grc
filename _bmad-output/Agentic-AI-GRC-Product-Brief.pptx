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</a:rPr>
              <a:t>Agentic AI GRC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2E8F0"/>
                </a:solidFill>
              </a:rPr>
              <a:t>C‑Suite Outcome Brief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Agentic AI GRC · Audit‑ready, regulator‑friendly, time‑saving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43891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From Human Intent to Audit‑Ready 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51760"/>
            <a:ext cx="1097280" cy="1371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114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Intent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286000"/>
            <a:ext cx="1828800" cy="1828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926080"/>
            <a:ext cx="1828800" cy="18288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3566160"/>
            <a:ext cx="182880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011680"/>
            <a:ext cx="1097280" cy="12801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24028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697480"/>
            <a:ext cx="64008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011680"/>
            <a:ext cx="1097280" cy="12801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224028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697480"/>
            <a:ext cx="64008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2011680"/>
            <a:ext cx="1097280" cy="12801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2402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2697480"/>
            <a:ext cx="64008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474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Agentic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Robots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1828800"/>
            <a:ext cx="1828800" cy="20116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2194560"/>
            <a:ext cx="1463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2560320"/>
            <a:ext cx="1463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2926080"/>
            <a:ext cx="1463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Paper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9760" y="448056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493776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0" y="448056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4709160"/>
            <a:ext cx="502920" cy="32004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8440" y="5120640"/>
            <a:ext cx="457200" cy="-1828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5440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Processes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Vision —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Audit‑Ready, Fast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From scattered evidence to board‑ready reporting in hours, not weeks.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Accountable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Human‑validated decisions with clear 1L/2L/3L ownership and audit trails.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Regulator‑Friendly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Explainable, traceable outputs aligned to changing requirements.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Vision — Governance Exoskeleton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Strategy 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Ingest exec statements, board papers, and strategy documents.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Governance Translated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Objectives → policies → standards → org/process mapping.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Proof 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Metrics to logs: KCIs/KRIs/KPIs tied to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Three Themes — The Experience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Explainability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Ethics‑encoded agents. Every decision is transparent and auditable.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GRC with Personality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Agents collaborate with teams — not just automate tasks.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Metrics Made Human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Numbers translated into actions leaders can trust.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Governance Exoskeleton — Round‑Trip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141732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Strategy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Inputs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7568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627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920240"/>
            <a:ext cx="141732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Gov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2160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920240"/>
            <a:ext cx="14173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Policies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6752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811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1920240"/>
            <a:ext cx="141732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Standards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&amp; Controls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1344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403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920240"/>
            <a:ext cx="141732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Org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Process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5936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1920240"/>
            <a:ext cx="1417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KCI/KRI/KPI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305288" y="2377440"/>
            <a:ext cx="1920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05872" y="2304288"/>
            <a:ext cx="109728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0" y="1920240"/>
            <a:ext cx="1417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0" y="1920240"/>
            <a:ext cx="141732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88752" y="2176272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&amp; Logs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Round‑trip governance: intent → objectives → controls → proof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Problem — The Cost of Fragmentation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Slow &amp; 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Audit prep is manual; reporting cycles lag regulatory change.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Low Confidence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Evidence is scattered; governance decisions are hard to explain.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Misaligned Metrics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KRIs/KPIs exist but aren’t tied to strategy or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Why Agents Now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Specialist Scarcity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Risk and compliance teams are costly and stretched.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Human Judgement, Amplified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Agents absorb repetitive work; experts focus on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Always‑On Governance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Continuous oversight replaces quarterly scramble cycles.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Solution — How Outcomes Happen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Single Source of Truth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Risk, controls, issues, and evidence in one place — always audit‑ready.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Human‑in‑the‑Loop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Checkpoints and escalation keep accountability while agents automate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Regulatory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Near real‑time change ingestion and automated gap prioritisation.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Business 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42062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HOURS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Board‑ready in hours, not weeks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Time saved: reporting cycles cut dramatically.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Risk reduced: earlier detection, faster remediation.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Regulatory confidence: explainable, traceable outputs.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Cost avoidance: fewer manual hours and less compliance overhead.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Board confidence: clear, consistent narratives and priorities.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Metrics made human: actions, not just numbers.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Regulator Confidence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Immutable Audit Trails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Tamper‑evident records of AI decisions and control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Explainability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Plain‑language + technical rationale, ethics‑encoded.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Traceable Evidence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Mapped to controls and requirements with real‑time updates.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Board‑Defensible by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Accountability Built‑In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Human‑in‑the‑loop checkpoints for high‑risk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Explainability at Scale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Decisions are transparent, reproducible, and auditable.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Automation Without Dilution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Work is automated while governance rigor stays intact.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Defenses to Key Challenges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Liability: human‑in‑the‑loop gates for high‑risk decisions; approvals mapped to 1L/2L/3L.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Explainability at scale: plain‑language executive narrative + technical rationale on demand.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Cost vs trust: automation handles repeatable work; assurance strengthened by continuous evidence.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Strategy → metrics: multi‑source interpretation with human validation and standards mapping.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3LOD trust: persona‑aligned agents preserve independence; transparent challenge flow.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Competitive Landscape (Snapshot)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72800" cy="512064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572000"/>
              </a:tblGrid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Vendor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Strength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Gap vs Proposal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IBM OpenPages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Agentic AI + enterprise scale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org‑mapping; no doc‑driven governance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ServiceNow GRC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AI orchestration + integrations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3LOD not first‑class; no exoskeleton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AuditBoard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AI‑first + evidence automation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org‑mapping; KRI/KPI not agent‑driven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Diligent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Board reporting + AI suite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strategy→governance mapping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MetricStream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Regulatory intelligence (750+)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No APAC 24h SLA; no doc‑governance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Why They Can’t Copy Fast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Architecture Debt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Incumbents built for workflows, not agent‑first governance.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APAC Focus Gap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HKMA/MAS near‑real‑time intelligence is under‑served.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Governance Exoskeleton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Strategy→objectives→policies→metrics→logs is a new data model.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SWOT — Agentic AI GRC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539496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Org‑mapping, doc‑governance, first‑class 3LOD, agent‑driven priorities, APAC 24h SLA.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097280"/>
            <a:ext cx="539496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Weaknesses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783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New entrant, fewer integrations, credibility to establish.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539496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Opportunities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adoption surge, APAC regtech demand, 3LOD gap in market.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566160"/>
            <a:ext cx="53949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566160"/>
            <a:ext cx="53949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Threats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251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Incumbent lock‑in, fast‑followers, procurement bias.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Proposal Ranking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42062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9.5/10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Best fit to the vision vs incumbents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Unique differentiators: org‑mapping, doc‑governance, agent‑driven KRI/KPI, first‑class 3LOD.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Near real‑time APAC regulatory intelligence.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Main gap: market presence — solved via lighthouse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Accountability by Design (3LOD)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80160"/>
            <a:ext cx="164592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3L — Independent Assurance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Audit plan · Control testing · Findings · Assurance opinion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88920"/>
            <a:ext cx="16459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535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2L — Oversight &amp; 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Risk oversight · Challenge flow · Priorities &amp;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164592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4622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1L — Operational Ownership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Controls · Evidence · Issues · Attestations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Who It Serves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C‑Suite &amp; 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Clear, consistent, regulator‑friendly reporting and priorities.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Risk &amp; Compliance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Faster cycles, fewer surprises, evidence‑ready assurance.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Regulatory Affairs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Near real‑time change tracking and impact visibility.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Core Use Cases (1–6)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1. Board‑ready reporting on demand.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2. Regulatory change ingestion + instant gap analysis.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3. Evidence mapped to controls and requirements.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4. End‑to‑end remediation tracking with accountability.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5. Human‑validated escalation for high‑risk decisions.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6. 3LOD views with challenge flow and audit trails.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Outcome Use Cases (7–11)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7. Governance ROI dashboards and maturity benchmarking.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8. Predictive risk horizon scanning (SEC, HKMA, EU Digital Act).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9. Governance fit assessment vs COBIT/NIST/PCI DSS/ISO 27k.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10. Ethics scoring and socially responsible governance decisions.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11. Org‑aligned ownership with process‑to‑org mapping.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Assurance &amp; Compliance Posture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4747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Audit‑Proof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Tamper‑evident trails; optional blockchain ledger.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88720"/>
            <a:ext cx="347472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Explainable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Regulator‑ready reports with plain + technical rationale.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47472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Secure &amp; Resilient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8745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Encryption, RBAC by 3LOD, 99.5% availability.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</a:rPr>
              <a:t>Agentic AI GRC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2E8F0"/>
                </a:solidFill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Agentic AI GRC Platform · Product vision for roadmap, epics, and NFRs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43891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GRC Platform — Product Brief</dc:title>
  <dc:subject>Product Brief Summary</dc:subject>
  <dc:creator>Mark</dc:creator>
  <cp:lastModifiedBy>Mark</cp:lastModifiedBy>
  <cp:revision>1</cp:revision>
  <dcterms:created xsi:type="dcterms:W3CDTF">2026-01-31T07:57:04Z</dcterms:created>
  <dcterms:modified xsi:type="dcterms:W3CDTF">2026-01-31T07:57:04Z</dcterms:modified>
</cp:coreProperties>
</file>